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08" r:id="rId5"/>
    <p:sldId id="310" r:id="rId6"/>
    <p:sldId id="325" r:id="rId7"/>
    <p:sldId id="326" r:id="rId8"/>
    <p:sldId id="327" r:id="rId9"/>
    <p:sldId id="323" r:id="rId10"/>
    <p:sldId id="278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71" userDrawn="1">
          <p15:clr>
            <a:srgbClr val="A4A3A4"/>
          </p15:clr>
        </p15:guide>
        <p15:guide id="2" pos="7319" userDrawn="1">
          <p15:clr>
            <a:srgbClr val="A4A3A4"/>
          </p15:clr>
        </p15:guide>
        <p15:guide id="4" orient="horz" pos="691" userDrawn="1">
          <p15:clr>
            <a:srgbClr val="A4A3A4"/>
          </p15:clr>
        </p15:guide>
        <p15:guide id="6" orient="horz" pos="39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雨 听" initials="雨听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26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508" y="56"/>
      </p:cViewPr>
      <p:guideLst>
        <p:guide pos="471"/>
        <p:guide pos="7319"/>
        <p:guide orient="horz" pos="691"/>
        <p:guide orient="horz" pos="3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D19F0-3D2D-4227-9BAB-CE9CB786A5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682C6-BE15-415E-9985-CDCE9943C8C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682C6-BE15-415E-9985-CDCE9943C8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682C6-BE15-415E-9985-CDCE9943C8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682C6-BE15-415E-9985-CDCE9943C8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682C6-BE15-415E-9985-CDCE9943C8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682C6-BE15-415E-9985-CDCE9943C8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682C6-BE15-415E-9985-CDCE9943C8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682C6-BE15-415E-9985-CDCE9943C8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682C6-BE15-415E-9985-CDCE9943C8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EC754-DA89-45C2-97C6-B723DF8DEA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36759-13DF-4C1C-83CB-8E646695D2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4375304"/>
            <a:ext cx="12192000" cy="646332"/>
          </a:xfrm>
          <a:prstGeom prst="rect">
            <a:avLst/>
          </a:prstGeom>
          <a:solidFill>
            <a:srgbClr val="9B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925560" y="4505960"/>
            <a:ext cx="2094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b="1" dirty="0">
              <a:solidFill>
                <a:schemeClr val="bg1"/>
              </a:solidFill>
            </a:endParaRPr>
          </a:p>
        </p:txBody>
      </p:sp>
      <p:pic>
        <p:nvPicPr>
          <p:cNvPr id="21" name="图形 20" descr="C:\Users\Administrator\Pictures\理工logo.png理工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2852" y="484752"/>
            <a:ext cx="4357688" cy="12242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29220" y="4505960"/>
            <a:ext cx="41814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时间：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368723" y="1791401"/>
            <a:ext cx="6327913" cy="1"/>
          </a:xfrm>
          <a:prstGeom prst="line">
            <a:avLst/>
          </a:prstGeom>
          <a:ln w="76200">
            <a:solidFill>
              <a:srgbClr val="9B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形 22" descr="C:\Users\Administrator\Pictures\理工logo.png理工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02939" y="438686"/>
            <a:ext cx="3271009" cy="9188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68723" y="900137"/>
            <a:ext cx="4151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目录：</a:t>
            </a:r>
            <a:endParaRPr lang="zh-CN" altLang="en-US" sz="36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13890" y="4508651"/>
            <a:ext cx="4151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endParaRPr lang="zh-CN" altLang="en-US" sz="28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13890" y="3700571"/>
            <a:ext cx="4151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endParaRPr lang="zh-CN" altLang="en-US" sz="28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13890" y="2893126"/>
            <a:ext cx="4151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endParaRPr lang="zh-CN" altLang="en-US" sz="28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13865" y="2085047"/>
            <a:ext cx="4151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endParaRPr lang="zh-CN" altLang="en-US" sz="28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3890" y="5316113"/>
            <a:ext cx="4151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endParaRPr lang="zh-CN" altLang="en-US" sz="28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Image 2" descr="https://kimi-web-img.moonshot.cn/img/thumbs.dreamstime.com/14de59d988b9270595052b27eb6aa0f297e47ca9.jpg"/>
          <p:cNvPicPr>
            <a:picLocks noChangeAspect="1"/>
          </p:cNvPicPr>
          <p:nvPr/>
        </p:nvPicPr>
        <p:blipFill>
          <a:blip r:embed="rId2"/>
          <a:srcRect l="2521" r="2521" b="8700"/>
          <a:stretch>
            <a:fillRect/>
          </a:stretch>
        </p:blipFill>
        <p:spPr>
          <a:xfrm>
            <a:off x="7337425" y="2085340"/>
            <a:ext cx="4661535" cy="3238500"/>
          </a:xfrm>
          <a:prstGeom prst="roundRect">
            <a:avLst>
              <a:gd name="adj" fmla="val 3429"/>
            </a:avLst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368723" y="1791401"/>
            <a:ext cx="6327913" cy="1"/>
          </a:xfrm>
          <a:prstGeom prst="line">
            <a:avLst/>
          </a:prstGeom>
          <a:ln w="76200">
            <a:solidFill>
              <a:srgbClr val="9B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形 22" descr="C:\Users\Administrator\Pictures\理工logo.png理工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02939" y="438686"/>
            <a:ext cx="3271009" cy="9188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0259" y="1357531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423545" y="438785"/>
            <a:ext cx="2948305" cy="101282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kumimoji="1" lang="en-US" altLang="zh-CN" sz="6600" dirty="0">
                <a:ln w="12700">
                  <a:noFill/>
                </a:ln>
                <a:solidFill>
                  <a:srgbClr val="9B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Part 01</a:t>
            </a:r>
            <a:endParaRPr kumimoji="1" lang="en-US" altLang="zh-CN" sz="6600" dirty="0">
              <a:ln w="12700">
                <a:noFill/>
              </a:ln>
              <a:solidFill>
                <a:srgbClr val="9B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034665" y="2830830"/>
            <a:ext cx="6122035" cy="11963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 sz="6600" dirty="0">
              <a:ln w="12700">
                <a:noFill/>
              </a:ln>
              <a:solidFill>
                <a:srgbClr val="9B0000">
                  <a:alpha val="100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  <a:cs typeface="OPPOSans H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368723" y="1791401"/>
            <a:ext cx="6327913" cy="1"/>
          </a:xfrm>
          <a:prstGeom prst="line">
            <a:avLst/>
          </a:prstGeom>
          <a:ln w="76200">
            <a:solidFill>
              <a:srgbClr val="9B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形 22" descr="C:\Users\Administrator\Pictures\理工logo.png理工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02939" y="438686"/>
            <a:ext cx="3271009" cy="9188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0259" y="1357531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423545" y="438785"/>
            <a:ext cx="2948305" cy="101282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kumimoji="1" lang="en-US" altLang="zh-CN" sz="6600" dirty="0">
                <a:ln w="12700">
                  <a:noFill/>
                </a:ln>
                <a:solidFill>
                  <a:srgbClr val="9B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Part 02</a:t>
            </a:r>
            <a:endParaRPr kumimoji="1" lang="en-US" altLang="zh-CN" sz="6600" dirty="0">
              <a:ln w="12700">
                <a:noFill/>
              </a:ln>
              <a:solidFill>
                <a:srgbClr val="9B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034665" y="2830830"/>
            <a:ext cx="6122035" cy="11963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 sz="6600" dirty="0">
              <a:ln w="12700">
                <a:noFill/>
              </a:ln>
              <a:solidFill>
                <a:srgbClr val="9B0000">
                  <a:alpha val="100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  <a:cs typeface="OPPOSans H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368723" y="1791401"/>
            <a:ext cx="6327913" cy="1"/>
          </a:xfrm>
          <a:prstGeom prst="line">
            <a:avLst/>
          </a:prstGeom>
          <a:ln w="76200">
            <a:solidFill>
              <a:srgbClr val="9B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形 22" descr="C:\Users\Administrator\Pictures\理工logo.png理工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02939" y="438686"/>
            <a:ext cx="3271009" cy="9188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0259" y="1357531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423545" y="438785"/>
            <a:ext cx="2948305" cy="101282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kumimoji="1" lang="en-US" altLang="zh-CN" sz="6600" dirty="0">
                <a:ln w="12700">
                  <a:noFill/>
                </a:ln>
                <a:solidFill>
                  <a:srgbClr val="9B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Part 03</a:t>
            </a:r>
            <a:endParaRPr kumimoji="1" lang="en-US" altLang="zh-CN" sz="6600" dirty="0">
              <a:ln w="12700">
                <a:noFill/>
              </a:ln>
              <a:solidFill>
                <a:srgbClr val="9B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034665" y="2830830"/>
            <a:ext cx="6122035" cy="11963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 sz="6600" dirty="0">
              <a:ln w="12700">
                <a:noFill/>
              </a:ln>
              <a:solidFill>
                <a:srgbClr val="9B0000">
                  <a:alpha val="100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  <a:cs typeface="OPPOSans H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368723" y="1791401"/>
            <a:ext cx="6327913" cy="1"/>
          </a:xfrm>
          <a:prstGeom prst="line">
            <a:avLst/>
          </a:prstGeom>
          <a:ln w="76200">
            <a:solidFill>
              <a:srgbClr val="9B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形 22" descr="C:\Users\Administrator\Pictures\理工logo.png理工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02939" y="438686"/>
            <a:ext cx="3271009" cy="9188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0259" y="1357531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423545" y="438785"/>
            <a:ext cx="2948305" cy="101282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kumimoji="1" lang="en-US" altLang="zh-CN" sz="6600" dirty="0">
                <a:ln w="12700">
                  <a:noFill/>
                </a:ln>
                <a:solidFill>
                  <a:srgbClr val="9B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Part 04</a:t>
            </a:r>
            <a:endParaRPr kumimoji="1" lang="en-US" altLang="zh-CN" sz="6600" dirty="0">
              <a:ln w="12700">
                <a:noFill/>
              </a:ln>
              <a:solidFill>
                <a:srgbClr val="9B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4265295" y="2830830"/>
            <a:ext cx="3662045" cy="11963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 sz="6600" dirty="0">
              <a:ln w="12700">
                <a:noFill/>
              </a:ln>
              <a:solidFill>
                <a:srgbClr val="9B0000">
                  <a:alpha val="100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  <a:cs typeface="OPPOSans H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368723" y="1791401"/>
            <a:ext cx="6327913" cy="1"/>
          </a:xfrm>
          <a:prstGeom prst="line">
            <a:avLst/>
          </a:prstGeom>
          <a:ln w="76200">
            <a:solidFill>
              <a:srgbClr val="9B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形 22" descr="C:\Users\Administrator\Pictures\理工logo.png理工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02939" y="438686"/>
            <a:ext cx="3271009" cy="9188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0259" y="1357531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423545" y="438785"/>
            <a:ext cx="2948305" cy="101282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kumimoji="1" lang="en-US" altLang="zh-CN" sz="6600" dirty="0">
                <a:ln w="12700">
                  <a:noFill/>
                </a:ln>
                <a:solidFill>
                  <a:srgbClr val="9B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Part 05</a:t>
            </a:r>
            <a:endParaRPr kumimoji="1" lang="en-US" altLang="zh-CN" sz="6600" dirty="0">
              <a:ln w="12700">
                <a:noFill/>
              </a:ln>
              <a:solidFill>
                <a:srgbClr val="9B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905250" y="2830830"/>
            <a:ext cx="4380865" cy="11963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 sz="6600" dirty="0">
              <a:ln w="12700">
                <a:noFill/>
              </a:ln>
              <a:solidFill>
                <a:srgbClr val="9B0000">
                  <a:alpha val="100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  <a:cs typeface="OPPOSans H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4407423"/>
            <a:ext cx="12192000" cy="708384"/>
          </a:xfrm>
          <a:prstGeom prst="rect">
            <a:avLst/>
          </a:prstGeom>
          <a:solidFill>
            <a:srgbClr val="9B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形 20" descr="C:\Users\Administrator\Pictures\理工logo.png理工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746487" y="1226298"/>
            <a:ext cx="4357688" cy="1224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811770" y="4573270"/>
            <a:ext cx="4015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时间：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ags/tag1.xml><?xml version="1.0" encoding="utf-8"?>
<p:tagLst xmlns:p="http://schemas.openxmlformats.org/presentationml/2006/main">
  <p:tag name="ISPRING_PRESENTATION_TITLE" val="北京大学毕业答辩论文开题报告PPT模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WPS 演示</Application>
  <PresentationFormat>宽屏</PresentationFormat>
  <Paragraphs>26</Paragraphs>
  <Slides>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Times New Roman</vt:lpstr>
      <vt:lpstr>黑体</vt:lpstr>
      <vt:lpstr>OPPOSans H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开题报告PPT</dc:title>
  <dc:creator>QUESHUNAN </dc:creator>
  <cp:lastModifiedBy>yunruzheng</cp:lastModifiedBy>
  <cp:revision>202</cp:revision>
  <dcterms:created xsi:type="dcterms:W3CDTF">2018-07-30T04:00:00Z</dcterms:created>
  <dcterms:modified xsi:type="dcterms:W3CDTF">2026-09-22T07:38:05Z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TemplateUUID">
    <vt:lpwstr>v1.0_mb_bYSo8QTYScMNgcufMCuklQ==</vt:lpwstr>
  </property>
  <property fmtid="{D5CDD505-2E9C-101B-9397-08002B2CF9AE}" pid="4" name="ICV">
    <vt:lpwstr>BAEBB8B6816E4F52A3A721C88B12172E_12</vt:lpwstr>
  </property>
</Properties>
</file>